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09E2-6289-3DED-6D12-1C463FDBB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F5EEFE-A772-14D3-2060-DB1637AFD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2BAA9-6BD3-EDEA-110E-64DAEB673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D705-C0C0-2245-8918-EBC3ED83AE9D}" type="datetimeFigureOut">
              <a:rPr lang="sv-SE" smtClean="0"/>
              <a:t>2026-10-19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B6CC1-84E1-F493-7FC0-D33F5CE95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030DF-2413-110F-6E58-F15D372A8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4785A-5206-5C4A-B0FA-198E3231A51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36804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B2163-0857-75B0-2326-864500EA4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782F4-2840-09EF-C87C-0A18D3C58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16A0D-2FC5-F983-AACE-D653FAC8F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D705-C0C0-2245-8918-EBC3ED83AE9D}" type="datetimeFigureOut">
              <a:rPr lang="sv-SE" smtClean="0"/>
              <a:t>2026-10-19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0BA05-6FBC-A97D-503C-FED7CAC6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02B9D-2BB0-3045-AA70-D11FD2C1F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4785A-5206-5C4A-B0FA-198E3231A51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21756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29A44-3634-C479-B915-6FC8937B8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335C92-48C3-E649-453F-001985A99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179E4-FED1-D2E5-69FB-0E608A153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D705-C0C0-2245-8918-EBC3ED83AE9D}" type="datetimeFigureOut">
              <a:rPr lang="sv-SE" smtClean="0"/>
              <a:t>2026-10-19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A4B98-204A-CD0F-A83F-EE901C56B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230D2-435B-8689-90C3-7BCC64C4A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4785A-5206-5C4A-B0FA-198E3231A51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97645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B66A9-3A3E-081F-822E-9CA65CA1A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AD2CD-0BA7-EFC3-F237-06243FBC91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FDCC55-7106-4D88-E6A2-1BCC2170BF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78F9B3-11CC-5815-86D9-F8047A086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D705-C0C0-2245-8918-EBC3ED83AE9D}" type="datetimeFigureOut">
              <a:rPr lang="sv-SE" smtClean="0"/>
              <a:t>2026-10-19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9712DD-6E9C-5B33-A48E-7302060B5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624D8-6B78-59A2-EF3F-AFAE5552A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4785A-5206-5C4A-B0FA-198E3231A51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94554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61979-647C-A367-827A-9B7D1C2F9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E1AE7-BDB0-EF3C-A5DE-81E773301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306028-258F-40FC-A883-BD57F21D0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22F79D-951F-C3C8-AEB7-880A2F5542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A07888-2C15-105F-C1C7-8EEA98EAA7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119C60-90D6-C277-C96D-F2FC2ADCA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D705-C0C0-2245-8918-EBC3ED83AE9D}" type="datetimeFigureOut">
              <a:rPr lang="sv-SE" smtClean="0"/>
              <a:t>2026-10-19</a:t>
            </a:fld>
            <a:endParaRPr lang="sv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642565-2743-34AA-CB75-27F76B861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0B839B-C5C2-81D2-A039-8687BB40B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4785A-5206-5C4A-B0FA-198E3231A51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33370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03D8A-F167-F737-4B5F-9664767FF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4C3AF5-A573-1CB7-FA5E-1EFB086C0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D705-C0C0-2245-8918-EBC3ED83AE9D}" type="datetimeFigureOut">
              <a:rPr lang="sv-SE" smtClean="0"/>
              <a:t>2026-10-19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199372-1FFA-53AF-7F3B-A0E8B69B7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6FA504-A464-DFBA-544A-4680A5BAF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4785A-5206-5C4A-B0FA-198E3231A51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85557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83532A-AA9A-8E5A-D5D8-7A2B89026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D705-C0C0-2245-8918-EBC3ED83AE9D}" type="datetimeFigureOut">
              <a:rPr lang="sv-SE" smtClean="0"/>
              <a:t>2026-10-19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CC9E77-FE38-E778-80BD-6F0FFFB21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B2826-6704-FDE1-2488-EB5A7867E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4785A-5206-5C4A-B0FA-198E3231A51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87898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2EE6-5683-4700-D0C3-DA34151FD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9F4D1-A1DE-6CCF-8CF3-BA1809C7D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B4F5A9-A48B-E99C-EBDF-5132AA529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0931F9-FCEE-D643-24FB-95B72D04A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D705-C0C0-2245-8918-EBC3ED83AE9D}" type="datetimeFigureOut">
              <a:rPr lang="sv-SE" smtClean="0"/>
              <a:t>2026-10-19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AB59A5-8CBD-1B6B-C1F1-D6A9251DF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802E0A-A627-D54F-8BC6-6A5A81A7C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4785A-5206-5C4A-B0FA-198E3231A51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97316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48EEC-0251-F60D-EF53-C84175472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20BF07-EBA0-1625-CDF7-67BF5CFD3EE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632E95-0ED4-CA98-212B-945526448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D49166-D148-0FBC-897D-BCDEE8676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D705-C0C0-2245-8918-EBC3ED83AE9D}" type="datetimeFigureOut">
              <a:rPr lang="sv-SE" smtClean="0"/>
              <a:t>2026-10-19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62F951-71B8-3212-03A0-2559A47B9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42061A-47EF-E2B7-1E26-3634DB7FA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4785A-5206-5C4A-B0FA-198E3231A51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98668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A3CC2-AD2C-978D-86AF-963B17C3D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D90E29-5151-FACB-1CF6-BE5D9663B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2A40A-FA9D-BC86-80FD-25416BAE8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D705-C0C0-2245-8918-EBC3ED83AE9D}" type="datetimeFigureOut">
              <a:rPr lang="sv-SE" smtClean="0"/>
              <a:t>2026-10-19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34179-29A9-80B9-4667-970F85FA4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D9AFE-EFE8-EB00-C5FE-79D0A346E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4785A-5206-5C4A-B0FA-198E3231A51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55910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B59448-6140-68D1-180D-6A98739917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580AC4-4A67-8E3A-7DE1-262D1F6F3F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EE54B-06BE-9DFA-7BB4-ADEA54953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D705-C0C0-2245-8918-EBC3ED83AE9D}" type="datetimeFigureOut">
              <a:rPr lang="sv-SE" smtClean="0"/>
              <a:t>2026-10-19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9FBAD-33A7-3CC1-DF5A-C7736CBDB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8C652-2324-FF9E-4C61-4B57F1E68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4785A-5206-5C4A-B0FA-198E3231A51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35992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8459DB-DD70-413F-A495-D305162B3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F297E-8245-1517-9E30-E91C388D7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C2CCC-007E-2FBA-B5F3-99BF457148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16D705-C0C0-2245-8918-EBC3ED83AE9D}" type="datetimeFigureOut">
              <a:rPr lang="sv-SE" smtClean="0"/>
              <a:t>2026-10-19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51510-5640-49F6-A4EF-DC19565EC5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945A5-B5D3-88CE-082E-B92722FE40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B4785A-5206-5C4A-B0FA-198E3231A51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57146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git@github.com:dosselicious/the_skool_jens_dossel.gi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4DBD8-733C-FBB4-C7C4-A25FFB0663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/>
              <a:t>The </a:t>
            </a:r>
            <a:r>
              <a:rPr lang="sv-SE" dirty="0" err="1"/>
              <a:t>Skool</a:t>
            </a:r>
            <a:r>
              <a:rPr lang="sv-SE" dirty="0"/>
              <a:t> – Jens Dossel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F11707-E037-C1E0-09C9-D4A77413A3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 dirty="0"/>
              <a:t>Lab i SQL1</a:t>
            </a:r>
          </a:p>
        </p:txBody>
      </p:sp>
    </p:spTree>
    <p:extLst>
      <p:ext uri="{BB962C8B-B14F-4D97-AF65-F5344CB8AC3E}">
        <p14:creationId xmlns:p14="http://schemas.microsoft.com/office/powerpoint/2010/main" val="3402290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881FE-13F5-0AE7-1E7C-6E31E348E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b="1" dirty="0"/>
              <a:t>Uppgift 0 - uppvärmning</a:t>
            </a:r>
            <a:br>
              <a:rPr lang="en-SE" dirty="0"/>
            </a:b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E67A4-1A28-0B0C-5412-37E2AB7DE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sv-SE" dirty="0"/>
              <a:t>Skapade </a:t>
            </a:r>
            <a:r>
              <a:rPr lang="sv-SE" dirty="0" err="1"/>
              <a:t>repot</a:t>
            </a:r>
            <a:r>
              <a:rPr lang="sv-SE" dirty="0"/>
              <a:t> i </a:t>
            </a:r>
            <a:r>
              <a:rPr lang="sv-SE" dirty="0" err="1"/>
              <a:t>Github</a:t>
            </a:r>
            <a:endParaRPr lang="sv-SE" dirty="0"/>
          </a:p>
          <a:p>
            <a:r>
              <a:rPr lang="sv-SE" dirty="0"/>
              <a:t>Klonade det tomma </a:t>
            </a:r>
            <a:r>
              <a:rPr lang="sv-SE" dirty="0" err="1"/>
              <a:t>repot</a:t>
            </a:r>
            <a:r>
              <a:rPr lang="sv-SE" dirty="0"/>
              <a:t> till </a:t>
            </a:r>
            <a:r>
              <a:rPr lang="sv-SE" dirty="0" err="1"/>
              <a:t>vm:</a:t>
            </a:r>
            <a:r>
              <a:rPr lang="sv-SE" dirty="0"/>
              <a:t> </a:t>
            </a:r>
            <a:r>
              <a:rPr lang="en-SE" dirty="0">
                <a:solidFill>
                  <a:schemeClr val="accent6"/>
                </a:solidFill>
              </a:rPr>
              <a:t>git clone </a:t>
            </a:r>
            <a:r>
              <a:rPr lang="en-SE" dirty="0">
                <a:solidFill>
                  <a:srgbClr val="46788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git@github.com:dosselicious/the_skool_jens_dossel.</a:t>
            </a:r>
            <a:r>
              <a:rPr lang="en-SE" dirty="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</a:t>
            </a:r>
            <a:br>
              <a:rPr lang="en-SE" dirty="0">
                <a:solidFill>
                  <a:schemeClr val="accent6"/>
                </a:solidFill>
              </a:rPr>
            </a:br>
            <a:r>
              <a:rPr lang="en-SE" dirty="0">
                <a:solidFill>
                  <a:schemeClr val="accent6"/>
                </a:solidFill>
              </a:rPr>
              <a:t>cd the_skool_jens_dossel</a:t>
            </a:r>
          </a:p>
          <a:p>
            <a:r>
              <a:rPr lang="en-GB" dirty="0"/>
              <a:t>S</a:t>
            </a:r>
            <a:r>
              <a:rPr lang="en-SE" dirty="0"/>
              <a:t>kapade .gitignore för att slippa swap-filer och macos metadata.</a:t>
            </a:r>
          </a:p>
          <a:p>
            <a:r>
              <a:rPr lang="sv-SE" dirty="0"/>
              <a:t>Gjorde första </a:t>
            </a:r>
            <a:r>
              <a:rPr lang="sv-SE" dirty="0" err="1"/>
              <a:t>commit</a:t>
            </a:r>
            <a:r>
              <a:rPr lang="sv-SE" dirty="0"/>
              <a:t>.</a:t>
            </a:r>
          </a:p>
          <a:p>
            <a:r>
              <a:rPr lang="sv-SE" dirty="0"/>
              <a:t>Laddade ner och rensade data-filen i </a:t>
            </a:r>
            <a:r>
              <a:rPr lang="sv-SE" dirty="0" err="1"/>
              <a:t>excel</a:t>
            </a:r>
            <a:r>
              <a:rPr lang="sv-SE" dirty="0"/>
              <a:t>, och skickade den sedan till </a:t>
            </a:r>
            <a:r>
              <a:rPr lang="sv-SE" dirty="0" err="1"/>
              <a:t>repot</a:t>
            </a:r>
            <a:r>
              <a:rPr lang="sv-SE" dirty="0"/>
              <a:t>: </a:t>
            </a:r>
            <a:r>
              <a:rPr lang="sv-SE" dirty="0" err="1">
                <a:solidFill>
                  <a:schemeClr val="accent6"/>
                </a:solidFill>
              </a:rPr>
              <a:t>scp</a:t>
            </a:r>
            <a:r>
              <a:rPr lang="sv-SE" dirty="0">
                <a:solidFill>
                  <a:schemeClr val="accent6"/>
                </a:solidFill>
              </a:rPr>
              <a:t> ~/</a:t>
            </a:r>
            <a:r>
              <a:rPr lang="sv-SE" dirty="0" err="1">
                <a:solidFill>
                  <a:schemeClr val="accent6"/>
                </a:solidFill>
              </a:rPr>
              <a:t>Downloads</a:t>
            </a:r>
            <a:r>
              <a:rPr lang="sv-SE" dirty="0">
                <a:solidFill>
                  <a:schemeClr val="accent6"/>
                </a:solidFill>
              </a:rPr>
              <a:t>/</a:t>
            </a:r>
            <a:r>
              <a:rPr lang="sv-SE" dirty="0" err="1">
                <a:solidFill>
                  <a:schemeClr val="accent6"/>
                </a:solidFill>
              </a:rPr>
              <a:t>data_lab.xlsx</a:t>
            </a:r>
            <a:r>
              <a:rPr lang="sv-SE" dirty="0">
                <a:solidFill>
                  <a:schemeClr val="accent6"/>
                </a:solidFill>
              </a:rPr>
              <a:t> </a:t>
            </a:r>
            <a:r>
              <a:rPr lang="sv-SE" dirty="0" err="1">
                <a:solidFill>
                  <a:schemeClr val="accent6"/>
                </a:solidFill>
              </a:rPr>
              <a:t>oracle</a:t>
            </a:r>
            <a:r>
              <a:rPr lang="sv-SE" dirty="0">
                <a:solidFill>
                  <a:schemeClr val="accent6"/>
                </a:solidFill>
              </a:rPr>
              <a:t>:/</a:t>
            </a:r>
            <a:r>
              <a:rPr lang="sv-SE" dirty="0" err="1">
                <a:solidFill>
                  <a:schemeClr val="accent6"/>
                </a:solidFill>
              </a:rPr>
              <a:t>home</a:t>
            </a:r>
            <a:r>
              <a:rPr lang="sv-SE" dirty="0">
                <a:solidFill>
                  <a:schemeClr val="accent6"/>
                </a:solidFill>
              </a:rPr>
              <a:t>/</a:t>
            </a:r>
            <a:r>
              <a:rPr lang="sv-SE" dirty="0" err="1">
                <a:solidFill>
                  <a:schemeClr val="accent6"/>
                </a:solidFill>
              </a:rPr>
              <a:t>jdossel</a:t>
            </a:r>
            <a:r>
              <a:rPr lang="sv-SE" dirty="0">
                <a:solidFill>
                  <a:schemeClr val="accent6"/>
                </a:solidFill>
              </a:rPr>
              <a:t>/</a:t>
            </a:r>
            <a:r>
              <a:rPr lang="sv-SE" dirty="0" err="1">
                <a:solidFill>
                  <a:schemeClr val="accent6"/>
                </a:solidFill>
              </a:rPr>
              <a:t>the_skool_jens_dossel</a:t>
            </a:r>
            <a:r>
              <a:rPr lang="sv-SE" dirty="0">
                <a:solidFill>
                  <a:schemeClr val="accent6"/>
                </a:solidFill>
              </a:rPr>
              <a:t>/</a:t>
            </a:r>
          </a:p>
          <a:p>
            <a:r>
              <a:rPr lang="sv-SE" dirty="0"/>
              <a:t>Skapade databasen i </a:t>
            </a:r>
            <a:r>
              <a:rPr lang="sv-SE" dirty="0" err="1"/>
              <a:t>orac</a:t>
            </a:r>
            <a:r>
              <a:rPr lang="sv-SE" dirty="0"/>
              <a:t>: </a:t>
            </a:r>
            <a:br>
              <a:rPr lang="sv-SE" dirty="0"/>
            </a:br>
            <a:r>
              <a:rPr lang="en-SE" dirty="0">
                <a:solidFill>
                  <a:schemeClr val="accent6"/>
                </a:solidFill>
              </a:rPr>
              <a:t>SQL&gt; set loadformat xlsx</a:t>
            </a:r>
            <a:br>
              <a:rPr lang="en-SE" dirty="0">
                <a:solidFill>
                  <a:schemeClr val="accent6"/>
                </a:solidFill>
              </a:rPr>
            </a:br>
            <a:r>
              <a:rPr lang="en-SE" dirty="0">
                <a:solidFill>
                  <a:schemeClr val="accent6"/>
                </a:solidFill>
              </a:rPr>
              <a:t>SQL&gt; load table data_lab data_lab.xlsx new</a:t>
            </a:r>
          </a:p>
          <a:p>
            <a:r>
              <a:rPr lang="en-SE" dirty="0"/>
              <a:t>Kontrollerade datan:</a:t>
            </a:r>
            <a:br>
              <a:rPr lang="en-SE" dirty="0"/>
            </a:br>
            <a:r>
              <a:rPr lang="en-SE" dirty="0">
                <a:solidFill>
                  <a:schemeClr val="accent6"/>
                </a:solidFill>
              </a:rPr>
              <a:t>SQL&gt; desc data_lab</a:t>
            </a:r>
            <a:br>
              <a:rPr lang="en-SE" dirty="0">
                <a:solidFill>
                  <a:schemeClr val="accent6"/>
                </a:solidFill>
              </a:rPr>
            </a:br>
            <a:r>
              <a:rPr lang="en-SE" dirty="0">
                <a:solidFill>
                  <a:schemeClr val="accent6"/>
                </a:solidFill>
              </a:rPr>
              <a:t>select count(*) from data_lab;</a:t>
            </a:r>
            <a:br>
              <a:rPr lang="en-SE" dirty="0"/>
            </a:br>
            <a:r>
              <a:rPr lang="en-SE" dirty="0"/>
              <a:t>Jag fick med samtliga kolumner och 1184 rader.</a:t>
            </a:r>
          </a:p>
          <a:p>
            <a:endParaRPr lang="en-SE" dirty="0"/>
          </a:p>
          <a:p>
            <a:endParaRPr lang="en-SE" dirty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657978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D189C-ACC6-1EB8-4052-75DC26FAE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920875"/>
          </a:xfrm>
        </p:spPr>
        <p:txBody>
          <a:bodyPr>
            <a:normAutofit/>
          </a:bodyPr>
          <a:lstStyle/>
          <a:p>
            <a:r>
              <a:rPr lang="sv-SE" dirty="0"/>
              <a:t>Uppgift 1 – grundläggande EDA</a:t>
            </a:r>
            <a:br>
              <a:rPr lang="sv-SE" dirty="0"/>
            </a:br>
            <a:r>
              <a:rPr lang="sv-SE" sz="3600" dirty="0"/>
              <a:t>a) </a:t>
            </a:r>
            <a:r>
              <a:rPr lang="en-SE" sz="3600" dirty="0"/>
              <a:t>Antal ansökningar per utbildningsområde, sorterat på flest ansökningar – uppgift_1/1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0E61C-3AD8-B1E3-C1D4-C08FF6060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30549"/>
            <a:ext cx="6860059" cy="3646414"/>
          </a:xfrm>
        </p:spPr>
        <p:txBody>
          <a:bodyPr/>
          <a:lstStyle/>
          <a:p>
            <a:pPr marL="0" indent="0">
              <a:buNone/>
            </a:pPr>
            <a:r>
              <a:rPr lang="sv-SE" dirty="0"/>
              <a:t>Jag valde att se utbildningsområde och </a:t>
            </a:r>
            <a:r>
              <a:rPr lang="sv-SE" dirty="0" err="1"/>
              <a:t>count</a:t>
            </a:r>
            <a:r>
              <a:rPr lang="sv-SE" dirty="0"/>
              <a:t>(*) som antal från </a:t>
            </a:r>
            <a:r>
              <a:rPr lang="sv-SE" dirty="0" err="1"/>
              <a:t>data_lab</a:t>
            </a:r>
            <a:r>
              <a:rPr lang="sv-SE" dirty="0"/>
              <a:t>, och genom att gruppera på utbildningsområde får jag antal ansökningar, eller rader, per område. Sorterar på antal fallande. </a:t>
            </a:r>
            <a:br>
              <a:rPr lang="sv-SE" dirty="0"/>
            </a:br>
            <a:r>
              <a:rPr lang="sv-SE" dirty="0"/>
              <a:t>Scriptet avslutar </a:t>
            </a:r>
            <a:r>
              <a:rPr lang="sv-SE" dirty="0" err="1"/>
              <a:t>orac</a:t>
            </a:r>
            <a:r>
              <a:rPr lang="sv-SE" dirty="0"/>
              <a:t> med exit.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6105F8-0D7B-3FF7-C4B5-9C0460EA2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5459" y="1676517"/>
            <a:ext cx="4531766" cy="26187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A38C61-8E4C-2424-1392-28595A489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422" y="3677364"/>
            <a:ext cx="4531766" cy="3353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334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225</Words>
  <Application>Microsoft Macintosh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The Skool – Jens Dossel</vt:lpstr>
      <vt:lpstr>Uppgift 0 - uppvärmning </vt:lpstr>
      <vt:lpstr>Uppgift 1 – grundläggande EDA a) Antal ansökningar per utbildningsområde, sorterat på flest ansökningar – uppgift_1/1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Jens Dossel (student syh)</dc:creator>
  <cp:lastModifiedBy>Jens Dossel (student syh)</cp:lastModifiedBy>
  <cp:revision>2</cp:revision>
  <dcterms:created xsi:type="dcterms:W3CDTF">2026-10-19T14:14:52Z</dcterms:created>
  <dcterms:modified xsi:type="dcterms:W3CDTF">2026-10-19T15:30:24Z</dcterms:modified>
</cp:coreProperties>
</file>